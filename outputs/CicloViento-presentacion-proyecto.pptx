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f121d3bf2c4a99" /><Relationship Type="http://schemas.openxmlformats.org/officeDocument/2006/relationships/extended-properties" Target="/docProps/app.xml" Id="R00e7d17b658e4304" /><Relationship Type="http://schemas.openxmlformats.org/officeDocument/2006/relationships/officeDocument" Target="/ppt/presentation.xml" Id="R4c14c92f14af4f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f52962ad3d4b3d"/>
  </p:sldMasterIdLst>
  <p:notesMasterIdLst>
    <p:notesMasterId xmlns:r="http://schemas.openxmlformats.org/officeDocument/2006/relationships" r:id="R788fc4caaec94070"/>
  </p:notesMasterIdLst>
  <p:sldIdLst>
    <p:sldId xmlns:r="http://schemas.openxmlformats.org/officeDocument/2006/relationships" id="256" r:id="R88789e28293d46b5"/>
    <p:sldId xmlns:r="http://schemas.openxmlformats.org/officeDocument/2006/relationships" id="257" r:id="R72380b0fe3ff45de"/>
    <p:sldId xmlns:r="http://schemas.openxmlformats.org/officeDocument/2006/relationships" id="258" r:id="R41485bc7c5214b5b"/>
    <p:sldId xmlns:r="http://schemas.openxmlformats.org/officeDocument/2006/relationships" id="259" r:id="R3684c5112eeb4d6c"/>
    <p:sldId xmlns:r="http://schemas.openxmlformats.org/officeDocument/2006/relationships" id="260" r:id="R2216ca6a7dfb404e"/>
    <p:sldId xmlns:r="http://schemas.openxmlformats.org/officeDocument/2006/relationships" id="261" r:id="Rf62e33620df1430e"/>
    <p:sldId xmlns:r="http://schemas.openxmlformats.org/officeDocument/2006/relationships" id="262" r:id="Re036a762bfc24b57"/>
    <p:sldId xmlns:r="http://schemas.openxmlformats.org/officeDocument/2006/relationships" id="263" r:id="R1721c40903274b76"/>
    <p:sldId xmlns:r="http://schemas.openxmlformats.org/officeDocument/2006/relationships" id="264" r:id="Rbd964b45bde54b9f"/>
    <p:sldId xmlns:r="http://schemas.openxmlformats.org/officeDocument/2006/relationships" id="265" r:id="R7d17bfa19be247d7"/>
    <p:sldId xmlns:r="http://schemas.openxmlformats.org/officeDocument/2006/relationships" id="266" r:id="R1db8f10db8454488"/>
    <p:sldId xmlns:r="http://schemas.openxmlformats.org/officeDocument/2006/relationships" id="267" r:id="R7a02ee6bd64e48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fbe4873a074597" /><Relationship Type="http://schemas.openxmlformats.org/officeDocument/2006/relationships/slideMaster" Target="/ppt/slideMasters/slideMaster1.xml" Id="R45f52962ad3d4b3d" /><Relationship Type="http://schemas.openxmlformats.org/officeDocument/2006/relationships/notesMaster" Target="/ppt/notesMasters/notesMaster1.xml" Id="R788fc4caaec94070" /><Relationship Type="http://schemas.openxmlformats.org/officeDocument/2006/relationships/presProps" Target="/ppt/presProps.xml" Id="Rc9f49adbc19f4dc5" /><Relationship Type="http://schemas.openxmlformats.org/officeDocument/2006/relationships/tableStyles" Target="/ppt/tableStyles.xml" Id="R0b28ef419978461c" /><Relationship Type="http://schemas.openxmlformats.org/officeDocument/2006/relationships/slide" Target="/ppt/slides/slide1.xml" Id="R88789e28293d46b5" /><Relationship Type="http://schemas.openxmlformats.org/officeDocument/2006/relationships/slide" Target="/ppt/slides/slide2.xml" Id="R72380b0fe3ff45de" /><Relationship Type="http://schemas.openxmlformats.org/officeDocument/2006/relationships/slide" Target="/ppt/slides/slide3.xml" Id="R41485bc7c5214b5b" /><Relationship Type="http://schemas.openxmlformats.org/officeDocument/2006/relationships/slide" Target="/ppt/slides/slide4.xml" Id="R3684c5112eeb4d6c" /><Relationship Type="http://schemas.openxmlformats.org/officeDocument/2006/relationships/slide" Target="/ppt/slides/slide5.xml" Id="R2216ca6a7dfb404e" /><Relationship Type="http://schemas.openxmlformats.org/officeDocument/2006/relationships/slide" Target="/ppt/slides/slide6.xml" Id="Rf62e33620df1430e" /><Relationship Type="http://schemas.openxmlformats.org/officeDocument/2006/relationships/slide" Target="/ppt/slides/slide7.xml" Id="Re036a762bfc24b57" /><Relationship Type="http://schemas.openxmlformats.org/officeDocument/2006/relationships/slide" Target="/ppt/slides/slide8.xml" Id="R1721c40903274b76" /><Relationship Type="http://schemas.openxmlformats.org/officeDocument/2006/relationships/slide" Target="/ppt/slides/slide9.xml" Id="Rbd964b45bde54b9f" /><Relationship Type="http://schemas.openxmlformats.org/officeDocument/2006/relationships/slide" Target="/ppt/slides/slide10.xml" Id="R7d17bfa19be247d7" /><Relationship Type="http://schemas.openxmlformats.org/officeDocument/2006/relationships/slide" Target="/ppt/slides/slide11.xml" Id="R1db8f10db8454488" /><Relationship Type="http://schemas.openxmlformats.org/officeDocument/2006/relationships/slide" Target="/ppt/slides/slide12.xml" Id="R7a02ee6bd64e48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748fefbfce48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03d660e90f4ec2" /><Relationship Type="http://schemas.openxmlformats.org/officeDocument/2006/relationships/notesMaster" Target="/ppt/notesMasters/notesMaster1.xml" Id="R0ca7dee63ec945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c9d9dbceb7452b" /><Relationship Type="http://schemas.openxmlformats.org/officeDocument/2006/relationships/notesMaster" Target="/ppt/notesMasters/notesMaster1.xml" Id="R77d9c49e48af47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8f9d7894794315" /><Relationship Type="http://schemas.openxmlformats.org/officeDocument/2006/relationships/notesMaster" Target="/ppt/notesMasters/notesMaster1.xml" Id="R67db953201014b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1002ff72a7402c" /><Relationship Type="http://schemas.openxmlformats.org/officeDocument/2006/relationships/notesMaster" Target="/ppt/notesMasters/notesMaster1.xml" Id="Rf066ba9967584d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5b84af64b649e5" /><Relationship Type="http://schemas.openxmlformats.org/officeDocument/2006/relationships/notesMaster" Target="/ppt/notesMasters/notesMaster1.xml" Id="R28b506e8b5bc4d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616acecbba49fd" /><Relationship Type="http://schemas.openxmlformats.org/officeDocument/2006/relationships/notesMaster" Target="/ppt/notesMasters/notesMaster1.xml" Id="Rd7a75ea4c77748d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a57c03a23a4c14" /><Relationship Type="http://schemas.openxmlformats.org/officeDocument/2006/relationships/notesMaster" Target="/ppt/notesMasters/notesMaster1.xml" Id="Ra2dbee1c429446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a8e407dcef4203" /><Relationship Type="http://schemas.openxmlformats.org/officeDocument/2006/relationships/notesMaster" Target="/ppt/notesMasters/notesMaster1.xml" Id="R10e6fef0ea10489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cc594f535948f3" /><Relationship Type="http://schemas.openxmlformats.org/officeDocument/2006/relationships/notesMaster" Target="/ppt/notesMasters/notesMaster1.xml" Id="R5bdde75772bf41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780f5a1263421b" /><Relationship Type="http://schemas.openxmlformats.org/officeDocument/2006/relationships/notesMaster" Target="/ppt/notesMasters/notesMaster1.xml" Id="R9d074486dc6a44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ec71460dfb437b" /><Relationship Type="http://schemas.openxmlformats.org/officeDocument/2006/relationships/notesMaster" Target="/ppt/notesMasters/notesMaster1.xml" Id="Re452669639b643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cb41748b9434a7d" /><Relationship Type="http://schemas.openxmlformats.org/officeDocument/2006/relationships/notesMaster" Target="/ppt/notesMasters/notesMaster1.xml" Id="Rdaffc6dee1f04e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41434889b46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b3d411b3b64991" /><Relationship Type="http://schemas.openxmlformats.org/officeDocument/2006/relationships/slideLayout" Target="/ppt/slideLayouts/slideLayout1.xml" Id="R9a360dce2b8b41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360dce2b8b41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841a747cb4443" /><Relationship Type="http://schemas.openxmlformats.org/officeDocument/2006/relationships/image" Target="/ppt/media/image.png" Id="Rc6e64ee3da474289" /><Relationship Type="http://schemas.openxmlformats.org/officeDocument/2006/relationships/notesSlide" Target="/ppt/notesSlides/notesSlide1.xml" Id="Re798417bccc044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b007c0aec41a9" /><Relationship Type="http://schemas.openxmlformats.org/officeDocument/2006/relationships/notesSlide" Target="/ppt/notesSlides/notesSlide2.xml" Id="R41e32ecb24c442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579ef15b04ff3" /><Relationship Type="http://schemas.openxmlformats.org/officeDocument/2006/relationships/notesSlide" Target="/ppt/notesSlides/notesSlide3.xml" Id="Rc078367b4e6e47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0cf62ac914eeb" /><Relationship Type="http://schemas.openxmlformats.org/officeDocument/2006/relationships/notesSlide" Target="/ppt/notesSlides/notesSlide4.xml" Id="Rcae9245f20834f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da6e520824de2" /><Relationship Type="http://schemas.openxmlformats.org/officeDocument/2006/relationships/notesSlide" Target="/ppt/notesSlides/notesSlide5.xml" Id="R96a591dc463547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ca8a7e3ae74e1e" /><Relationship Type="http://schemas.openxmlformats.org/officeDocument/2006/relationships/notesSlide" Target="/ppt/notesSlides/notesSlide6.xml" Id="R54ecfe5a94cb41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c72bd4b694c20" /><Relationship Type="http://schemas.openxmlformats.org/officeDocument/2006/relationships/notesSlide" Target="/ppt/notesSlides/notesSlide7.xml" Id="Rc94fe4513f8f44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51b36718d4274" /><Relationship Type="http://schemas.openxmlformats.org/officeDocument/2006/relationships/notesSlide" Target="/ppt/notesSlides/notesSlide8.xml" Id="R32dee2bddf364e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fd5c45c0849bc" /><Relationship Type="http://schemas.openxmlformats.org/officeDocument/2006/relationships/notesSlide" Target="/ppt/notesSlides/notesSlide9.xml" Id="R6c950bf9afc14e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584dbf7b334e41" /><Relationship Type="http://schemas.openxmlformats.org/officeDocument/2006/relationships/notesSlide" Target="/ppt/notesSlides/notesSlide10.xml" Id="R8d88b5f23f974c1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4c2ecbfa0d4b55" /><Relationship Type="http://schemas.openxmlformats.org/officeDocument/2006/relationships/notesSlide" Target="/ppt/notesSlides/notesSlide11.xml" Id="Rcf0c2e62bdc444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98b60525c424b" /><Relationship Type="http://schemas.openxmlformats.org/officeDocument/2006/relationships/notesSlide" Target="/ppt/notesSlides/notesSlide12.xml" Id="R602493016c474e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5DC51-0171-48B0-862D-B2068E0D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BIG school - Master de Desarrollo con IA. Proyecto TFM.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D03DD-D529-4D88-8DF7-EA6EAB5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CicloViento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B1414-2472-4106-9AD8-8522F699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Planificación de rutas de ciclismo de carretera con información meteorológica y análisis del viento.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E8EA7-1327-440C-BFD2-847ED1D1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57625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0F13C-A8F6-4913-8CB0-68AEDCA8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React · Node.js · Clean Architecture · Supabase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9CE08-FD89-42EE-842F-E2769B96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434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Autor · Fernando Macías Díaz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64ee3da474289"/>
          <a:srcRect xmlns:a="http://schemas.openxmlformats.org/drawingml/2006/main" l="0" t="316" r="0" b="3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7850" y="552450"/>
            <a:ext cx="5715000" cy="3486150"/>
          </a:xfrm>
          <a:prstGeom xmlns:a="http://schemas.openxmlformats.org/drawingml/2006/main" prst="roundRect">
            <a:avLst>
              <a:gd name="adj" fmla="val 327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D283D-CCB5-415D-AC5E-2DECD048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Documento de presentación del proyecto</a:t>
            </a:r>
          </a:p>
        </p:txBody>
      </p:sp>
    </p:spTree>
    <p:extLst>
      <p:ext uri="{BB962C8B-B14F-4D97-AF65-F5344CB8AC3E}">
        <p14:creationId xmlns:p14="http://schemas.microsoft.com/office/powerpoint/2010/main" val="1552356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A9CD83-A2CB-4DF6-A6BA-A217CE2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NECESIDAD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10FCC-C996-4A44-A642-96ED2DC3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Planificar no es solo elegir una distancia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68050-6292-4172-A559-38287627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9DD10-7CA4-49E7-8C31-08398678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687FE-E632-4586-A7D0-1889BBEF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DDA29-657A-436D-BB30-F09FEA5C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4196C-8274-4822-921C-B57F8069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A1289-F128-4A16-8A36-49EF549D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59980-B789-464F-BDB4-F82DA9D5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Punto de partida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1A489-D8BE-498A-AE5E-356454C6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ruta debe comenzar desde una ubicación concreta y respetar la distancia y el desnivel solicitados.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8D9E9-6530-499D-A579-2FF04D7F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A5D9DF-4959-4605-957E-A6B0ABA3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8E1CF2-28B0-4913-87E1-5EB84F0D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Meteorología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CF265-1223-4CBB-837C-A2008612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El ciclista necesita conocer la condición general, temperatura, lluvia, velocidad y rachas de viento.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914E4-5C88-430D-95E1-D2CCC757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4C401-E0A8-4DEA-9B68-4497E59E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8E5B2-CB54-468F-B29D-327E42AA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Regreso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86850-C7E4-4737-BB0A-C38278CF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dirección del viento puede condicionar especialmente el tramo final del recorrido.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8F216F-662B-47BC-A513-DB94C5FA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Objetivo: informar y ayudar a decidir; no afirmar una optimización meteorológica inexistente.</a:t>
            </a:r>
          </a:p>
        </p:txBody>
      </p:sp>
    </p:spTree>
    <p:extLst>
      <p:ext uri="{BB962C8B-B14F-4D97-AF65-F5344CB8AC3E}">
        <p14:creationId xmlns:p14="http://schemas.microsoft.com/office/powerpoint/2010/main" val="2778349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5A04D-5B32-4DFE-841D-0923C2DB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EXPERIENCIA DE USUARIO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DCF86-E4AA-4D00-8169-9E636728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De la cuenta al recorrido generado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40A9-39D3-4352-8A22-D0DA3938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2CFB1-484B-4491-8EA7-DD5258F4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A1B1C-E452-485E-9E2B-2398B428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8B0EE-2F1D-4C62-88C6-B1DF024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B5E58-8A07-447D-AD75-9C1BBE8C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5D404-F992-4595-8975-BE60B657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D7C00-FD56-4F94-A8A0-A0E46B35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95EA3-5BCC-4414-8CDB-2B2DFD78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CC801-8D9F-4E71-B505-65E15D24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F2BF2-2B97-438B-851B-D927489C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Registro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FF041-7545-486D-B648-A29151BB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Contraseña temporal por correo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53094-0344-4781-A3AA-FCE2D3F9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AD61D-74EB-4AE7-978D-842BB4D1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Acceso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24870-6A07-4DF6-A6F2-E019C52C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JWT y cambio obligatorio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F6FD6-F4E4-48D5-9DB7-5D01B77A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B92E6D-1200-4831-8599-4326B9C0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FE9D9-096B-48D1-9534-1DDF7DE7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Origen, fecha, distancia y desnivel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5BBFB-9175-42F5-9A17-C620E5D8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AB20FA-DA7E-4361-BEEF-9DAC74D8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Ruta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94BFA3-3FB1-4DC3-8C56-93A732DC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Mapa, métricas y GPX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43D0F3-3493-47F1-B2E5-A8C82327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99BFED-A172-48A3-9BB8-2471D69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Viento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B8F062-52ED-4CBB-A07B-3D8224A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Consulta, análisis y flechas de color por nivel de riesgo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B4AD9-6426-443A-8BE0-A1091E8C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Las rutas y los datos meteorológicos se solicitan explícitamente: la interfaz separa resultados para evitar interpretaciones mezcladas.</a:t>
            </a:r>
          </a:p>
        </p:txBody>
      </p:sp>
    </p:spTree>
    <p:extLst>
      <p:ext uri="{BB962C8B-B14F-4D97-AF65-F5344CB8AC3E}">
        <p14:creationId xmlns:p14="http://schemas.microsoft.com/office/powerpoint/2010/main" val="15263740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1E047-2F5F-4D25-89F7-CA469DD9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PLANIFICACIÓN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A5ACC-828D-4ACC-A5BD-8D73C44B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Una petición produce una ruta real: circular o de ida y vuelta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E4FD5-9EC9-44F2-B0EB-7284A598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94051-220B-4419-BA44-F651ACAC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3060A-002D-4DF3-972C-AED86B4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4931E-D541-4609-90E4-5D30FF51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6726A-6A82-4F5E-A935-38F0674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08122-9CE3-4F1E-8A91-EE4A455B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940F2-F131-437B-87C9-2BA425F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BF9CA-3C72-488C-AAE7-3CFFEB5C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F8F90-F709-47C3-898E-2A74CE3F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Formulario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78C05-09D3-400E-B832-6777FBA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Preferencias del ciclista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E2AFB5-292D-4B80-BF11-8F96A75B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1977F-F5D6-4009-A5BB-109F8A47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RoutePlan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36CB8-E568-4F89-A009-30D23A8E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Datos validados y persistidos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451218-1EB5-4065-A136-3E7C5972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2E9855-30C8-4DE5-85E4-49A0D880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503311-F9F5-41A7-93F5-3B8DD778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cycling-road · circuito o ida y vuelta real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65FBE6-C2B8-45D1-AD87-17F0507C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356FC0-0239-44E0-9FB5-872FDAE0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Mapa y GPX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1D2CD-955E-4E67-8614-F8AD7125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Geometría real visible y descargable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6BAAF7-A0A1-4A63-86CC-262AE5DF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ORS no encuentra un circuito, se calcula una ida y un regreso reales por separado. La aplicación no invierte geometrías ni inventa recorridos.</a:t>
            </a:r>
          </a:p>
        </p:txBody>
      </p:sp>
    </p:spTree>
    <p:extLst>
      <p:ext uri="{BB962C8B-B14F-4D97-AF65-F5344CB8AC3E}">
        <p14:creationId xmlns:p14="http://schemas.microsoft.com/office/powerpoint/2010/main" val="17590841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124577-31B7-44B5-A209-30EF62E7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METEOROLOGÍA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51578-7E66-4C4B-B561-23173A89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Datos útiles antes de salir a pedalear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598CC-1FFF-49D3-8EE1-2AAE2CFB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9DF2E-60C1-4BBC-98A4-DB9A86E6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8CF03-DBD3-4DD7-80EC-E4B2E9A7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ACA5F-AFB5-4091-8A06-11C9EF0A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09787-5DAA-45A1-9403-793D5D79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33DE8-7AB2-41C3-9D48-99AFE318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795FD-ED1B-40B0-B968-52961E20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Condición general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6568F-CC1E-4D60-B557-7BA0243C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Iconos locales interpretan el código WMO: despejado, nublado, lluvia o tormenta.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65E99B-2114-4654-B118-BC0314AD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D64B6-9062-461C-A311-C7445EB9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577CC-7B63-48CF-AE64-8FCF13CB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Confort y precipitación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F6DEB-5B04-47DE-AD29-F5086BE7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Temperatura, sensación térmica y probabilidad de lluvia contextualizan la salida.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C6DB4-10D5-443E-8211-068F827F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7B307-39E1-4E98-A6EF-71B1308A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0392C4-25B5-4E16-BB00-90E27597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Viento y seguridad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8E665D-9253-4794-B9DB-987F9456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Velocidad, dirección y rachas se traducen a un nivel de riesgo visible.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947F0-E41A-4E42-A953-86C77B4A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la fecha no dispone aún de previsión, se comunica al usuario de forma clara en lugar de mostrar datos inválidos.</a:t>
            </a:r>
          </a:p>
        </p:txBody>
      </p:sp>
    </p:spTree>
    <p:extLst>
      <p:ext uri="{BB962C8B-B14F-4D97-AF65-F5344CB8AC3E}">
        <p14:creationId xmlns:p14="http://schemas.microsoft.com/office/powerpoint/2010/main" val="19784679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A9E3D-4AC1-4396-AA15-DFAD5CC3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ANÁLISIS DEL VIENTO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B1E47-5370-442F-B370-CC0D7D06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El análisis y el mapa explican el viento sobre la ruta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6144F-5E21-435D-ADD0-D38EB3EF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3F1C4-5D72-4EFB-8A30-B7DB53E3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BBB0D-B754-4471-97D8-6A54F6BA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D2BFE-D863-41D2-830B-E434C6B1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54491-D97C-484A-AE7D-9FC1378F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6F4D4-EEF0-444B-AA0A-D60661A2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DFE73-90EB-437F-878F-D6735FC5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1. Ruta real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CFBFF-D7A6-4AA7-8264-65947FE8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El análisis usa la geometría mostrada: circuito o ida y vuelta, con puntos y distancias reales.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2C54C-CFFC-4E96-B454-E1E96A9C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10759-6575-4ED5-959A-F69D99A2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44589-A10F-4C01-924D-0F0A52FF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2. Dirección e intensidad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C862B-FD0E-4922-8C70-5D5D6EDB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dirección meteorológica se convierte en desplazamiento del aire y se clasifica en cola, frontal o lateral.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4E117B-E42F-4677-A751-D970D8C4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DA371-ED04-401F-86D5-D4E67A50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B76CE-F20D-47D8-88C4-4C036198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3. Flechas en el mapa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655CAD-A6AE-42CF-B11B-0E057240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Las flechas se anclan a la ruta. Su color comunica el riesgo: verde, ámbar, naranja o rojo.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8963EA-875D-46DE-9C6F-EC87F0B1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Las flechas informan del viento; no recomiendan el sentido de un circuito. La favorabilidad y la seguridad se muestran como conceptos independientes.</a:t>
            </a:r>
          </a:p>
        </p:txBody>
      </p:sp>
    </p:spTree>
    <p:extLst>
      <p:ext uri="{BB962C8B-B14F-4D97-AF65-F5344CB8AC3E}">
        <p14:creationId xmlns:p14="http://schemas.microsoft.com/office/powerpoint/2010/main" val="11273798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58426F-714A-4DBA-8AB9-B2AE48E1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RUTAS FAVORABLES AL VIENTO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C40F0-AD85-4263-A167-98C90243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Tres candidatas, fallback por distancia e ida y vuelta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7A434-9B03-4423-96F1-5149C915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94C2B-3119-440D-A3F8-11082500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11E82-FD90-4C1B-B62D-01F073CE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6A5CE-CEF0-4CFD-BF95-BE716210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DAD33-0C96-451D-95F2-6B3F7EFF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F40A1-44D0-4F6E-8F9A-C26C7A7A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Seeds 1 → 2 →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FA971-5105-4E0D-96D1-0F7983E7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076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Hasta tres solicitudes secuenciales a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F402E7-BCB8-4038-95F6-F2AFEA83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48000"/>
            <a:ext cx="590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05A42-6AF0-429F-9F1E-E1DB9044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A4027-C536-4882-81B3-DE3E7BF9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1460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±20 %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1CAF0-8390-4E55-A913-003DDACA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2076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Se marca si cada candidata cumple la tolerancia de distancia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F8A6D-342E-42B0-A8F6-9B3DE513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590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A5764-3D02-44FE-A956-0D3FD62E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000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2E58D-24B3-4A66-B644-14D61A25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146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Optimizada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773F21-1560-48E8-A846-3C7DF43D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52750"/>
            <a:ext cx="1695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Dentro del margen: mayor favorableWindScore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7516B3-0620-460B-AEB3-8A679B66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43150"/>
            <a:ext cx="2000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8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225AA-F816-4BD5-B469-AF252CD3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146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11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Fallback de distancia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31C8F-748D-4468-B315-49E3793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52750"/>
            <a:ext cx="1695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ninguna candidata cumple ±20 %, se entrega la ruta real más cercana sin llamarla optimizada por distancia.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01C9E-F5C0-46D6-8942-9B916616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ORS no obtiene un circuito, se prueban hasta tres destinos deterministas y se unen dos trayectos reales: ida y regreso. El resultado se identifica como ida y vuelta y no se presenta como optimizado por viento.</a:t>
            </a:r>
          </a:p>
        </p:txBody>
      </p:sp>
    </p:spTree>
    <p:extLst>
      <p:ext uri="{BB962C8B-B14F-4D97-AF65-F5344CB8AC3E}">
        <p14:creationId xmlns:p14="http://schemas.microsoft.com/office/powerpoint/2010/main" val="18343059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AF45EA-76B0-43E3-A2D1-8A9A091A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ARQUITECTURA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E40C7-9D34-4EB5-B1D7-AD31AE9E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Clean Architecture protege las reglas del dominio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F62DC-1236-44DC-B82A-B147B2BF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6B945-ED29-48F4-94DC-45E01B3C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3AB09-56F9-4133-9DFA-4C14FE7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0D380-A451-4D81-A3E7-6CB989B0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5FA58-B3C0-4096-88A7-2599ECBB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955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B0000-C163-4C1C-8264-FEE9FBD6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7C0CB-B7B9-4928-98E8-35C09BE4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243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2557A-8921-4493-9E73-E9E5DC67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431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8968D-4367-4F49-A626-99B53453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145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B9E41-9370-4E98-A0A4-73BBF70B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526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Express, rutas, controllers y middleware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D6340-520D-4B94-B439-B4AEA8AD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575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5C763-68BE-4F2B-9CD3-07D0CCDF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289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2C5EF-C465-4724-ACD9-C3A72E29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670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Casos de uso y contratos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C3AB0-4F33-4221-BF77-A1A966C1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719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4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8B3D3-CF1A-440B-B057-271014FA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Domain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A63A13-DE59-413D-B176-213C7A02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814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Entidades, reglas y repositorios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3C45A-73C3-4E3A-ADDF-FC38DF5A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863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43142E-A32F-42A4-8073-A653A4C7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57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Infrastructure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12C194-C853-4101-9AD3-9191A56A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95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6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Prisma, correo, ORS, Open-Meteo y configuración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84B572-7EED-4953-BC19-CD0E65CB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Regla fundamental: Domain no depende de Express, Prisma, Supabase, React ni proveedores externos.</a:t>
            </a:r>
          </a:p>
        </p:txBody>
      </p:sp>
    </p:spTree>
    <p:extLst>
      <p:ext uri="{BB962C8B-B14F-4D97-AF65-F5344CB8AC3E}">
        <p14:creationId xmlns:p14="http://schemas.microsoft.com/office/powerpoint/2010/main" val="15214957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B34DCB-8535-4274-8722-23C49431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SEGURIDAD Y CALIDAD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7951A-219A-4BB3-91EF-079E63DC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Credenciales protegidas y validación técnica continua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40588-7FA7-4993-9667-2E7CAB7D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93E0F-B697-4BF5-9959-E72F70FC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260AA-27DA-451D-987E-91C66383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16587-563B-4800-923F-EC096861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BC076-62D4-48F6-943D-E41D594B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AE5CF-CF5D-4E46-86C6-9201B94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2FE32-4238-4BA6-AC72-958F41A5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Contraseñas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5F422-8658-4303-83BA-E0103F2B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contraseña temporal se genera en backend, se envía mediante Gmail SMTP y solo se persiste passwordHash. Nunca vuelve por HTTP.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16F96-C6B7-4022-9F7C-F150AC9A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AD88A-A7AC-4F66-8E87-13F9104F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B1866-F6B1-442B-9D3E-B3FF7D2E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Autenticación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46B47-3EB7-4950-8A49-1022A8CE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JWT firmado, Bearer middleware y mustChangePassword bloquean el acceso normal hasta renovar la contraseña.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1B158-2ED5-4321-A38C-617BCA0B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6E3591-6497-4CFC-8A4C-4E506B21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AE32C2-75B5-49D1-82CD-D2BE9C92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Calidad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47054-57D2-4F29-853F-CC8F61FF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Tests backend, TypeScript, build frontend, lint y health check validan el estado del proyecto.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274E4-3C75-47A0-A870-564AC15F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Secretos y credenciales permanecen en variables de entorno, fuera de los archivos versionados.</a:t>
            </a:r>
          </a:p>
        </p:txBody>
      </p:sp>
    </p:spTree>
    <p:extLst>
      <p:ext uri="{BB962C8B-B14F-4D97-AF65-F5344CB8AC3E}">
        <p14:creationId xmlns:p14="http://schemas.microsoft.com/office/powerpoint/2010/main" val="12403066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451DD-4703-4E41-98C4-095107E9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DESPLIEGUE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B48DC-A91A-42F0-88BA-E46085E6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La aplicación está disponible para su utilización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8EE28-74F7-4652-BEE1-90FBD695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8E716-AC4E-48EB-AEF2-849CD462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5D8F6-5325-4291-B0CE-50165BB5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E39C2-AF1C-4062-BEB3-4D626CC0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0C114-2842-41CB-9AFD-2F77BAB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0450E-0A1A-42C3-8917-892B817E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D60E0-4C39-4B06-85A3-6BFEC551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4DE3B-7507-4601-89AD-1848DE4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Static Site en Render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https://cicloviento.onrender.com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698FD5-A9BF-40E6-9C64-E593A5E6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AA6DF-49B0-4A81-801B-2EFA0A8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EDEB1-6E1F-4827-9CF3-9DD383AC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4FD1C-7826-4904-820C-E60D1A39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Web Service en Render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https://cicloviento-api.onrender.com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ADBC6-984F-4C95-9679-2327E41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390235-9818-4921-AF45-B6340441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F6466-AC74-46BE-8B98-C025DC47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Persistencia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7ADA84-796D-4BE6-9CFB-8B8A6562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Supabase PostgreSQL mediante Prisma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Health check operativo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C6D5DA-D022-4515-B31B-9D1C81F8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configuración sensible se mantiene únicamente en Render. El backend Starter permite el envío de credenciales mediante Gmail SMTP.</a:t>
            </a:r>
          </a:p>
        </p:txBody>
      </p:sp>
    </p:spTree>
    <p:extLst>
      <p:ext uri="{BB962C8B-B14F-4D97-AF65-F5344CB8AC3E}">
        <p14:creationId xmlns:p14="http://schemas.microsoft.com/office/powerpoint/2010/main" val="49759849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D10E55-264F-4EFC-80DA-3F003816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ESTADO Y EVOLUCIÓN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B1168-C251-4B56-8FCD-99DDE0AD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Un MVP funcional con límites documentados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39234-2B57-4AFC-8C20-6D56091D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EAC0F-E2C1-4D54-A85E-8004EA23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80F3B-0D50-4462-B778-07F7DCAB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F2C2A-0392-4CE2-98EF-5007C979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9D371-FC14-4C3C-91C4-3A180B04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5AF2E-AC12-400B-B3C6-82949EFD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85AC2-C523-4275-BC09-3F6DF171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Implementado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F4A87-C8C0-4127-86B6-CC2FCAF2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7910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Registro y login · cambio obligatorio de contraseña · planificación · geocodificación · rutas circulares e ida y vuelta · mapa · flechas de viento por riesgo · GPX · meteorología · análisis de viento · fallback por distancia · despliegue.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71562-C147-4982-8471-71B5251F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528637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3A863F-897A-4C07-838B-B2B8B30E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FB4D2-D5E9-4ECA-B8E1-717C2F77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28850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Siguiente evolución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89B97-8A8D-432C-B48E-7FA7E0DE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7910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Recuperación de contraseña · refresh tokens · preferencias · alternativas de ruta · optimización avanzada · meteorología por tramos y hora · integraciones Garmin/Strava · 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4BAABE-5A00-4268-97CF-EE8CE02F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6260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La presentación diferencia expresamente la funcionalidad real de las líneas de evolución futura.</a:t>
            </a:r>
          </a:p>
        </p:txBody>
      </p:sp>
    </p:spTree>
    <p:extLst>
      <p:ext uri="{BB962C8B-B14F-4D97-AF65-F5344CB8AC3E}">
        <p14:creationId xmlns:p14="http://schemas.microsoft.com/office/powerpoint/2010/main" val="12598259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D0A27-5FD2-42D8-B855-2C0D5698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33BBF-8FEC-41B0-A31B-73D64981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85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7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CicloViento convierte datos de ruta, meteorología y viento en una decisión más informada.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2C26E-544A-4449-9584-3711DB5E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609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Una base funcional y desplegada que conserva rutas reales, comunica sus límites y mantiene una arquitectura preparada para evolucionar.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B5288-684D-409F-87B6-9C51B336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19250"/>
            <a:ext cx="304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700CD-EB2F-4F89-9F41-D45D5077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76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Aplicación disponible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F2D00-E288-464E-98EC-072BC729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cicloviento.onrender.com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6D529D-2916-4A4E-90B5-B25EECF5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CBCD5-F460-48F7-91D8-C5557E6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37141-73C5-4112-A7EB-07FA4044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09422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2026-08-20T08:25:08.5530000Z</dcterms:created>
  <dcterms:modified xsi:type="dcterms:W3CDTF">2026-08-20T08:25:08.5530000Z</dcterms:modified>
</coreProperties>
</file>